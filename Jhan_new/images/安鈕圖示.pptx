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64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78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96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29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872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51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478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752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499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600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288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BBBAE-BB8A-404D-91B1-44D68866A2F1}" type="datetimeFigureOut">
              <a:rPr lang="zh-TW" altLang="en-US" smtClean="0"/>
              <a:t>2014/6/5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79CF4-85C4-42D6-96FF-6EF46A9CC9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843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/>
          <p:cNvSpPr txBox="1"/>
          <p:nvPr/>
        </p:nvSpPr>
        <p:spPr>
          <a:xfrm>
            <a:off x="2776653" y="357942"/>
            <a:ext cx="5175546" cy="10156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6000" dirty="0" smtClean="0">
                <a:ln w="19050" cap="rnd" cmpd="sng" algn="ctr">
                  <a:solidFill>
                    <a:schemeClr val="accent2"/>
                  </a:solidFill>
                  <a:prstDash val="solid"/>
                  <a:bevel/>
                </a:ln>
                <a:solidFill>
                  <a:schemeClr val="accent2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Groove</a:t>
            </a:r>
            <a:r>
              <a:rPr lang="en-US" altLang="zh-TW" sz="6000" dirty="0" smtClean="0">
                <a:ln w="19050" cap="rnd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bevel/>
                </a:ln>
                <a:solidFill>
                  <a:schemeClr val="accent1">
                    <a:lumMod val="75000"/>
                  </a:schemeClr>
                </a:solidFill>
                <a:effectLst>
                  <a:glow rad="12700">
                    <a:schemeClr val="accent1">
                      <a:lumMod val="75000"/>
                    </a:schemeClr>
                  </a:glow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shark</a:t>
            </a:r>
          </a:p>
        </p:txBody>
      </p:sp>
      <p:sp>
        <p:nvSpPr>
          <p:cNvPr id="5" name="矩形 4"/>
          <p:cNvSpPr/>
          <p:nvPr/>
        </p:nvSpPr>
        <p:spPr>
          <a:xfrm>
            <a:off x="2947675" y="1713381"/>
            <a:ext cx="51383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6000" dirty="0">
                <a:ln w="19050" cap="rnd" cmpd="sng" algn="ctr">
                  <a:solidFill>
                    <a:srgbClr val="000000"/>
                  </a:solidFill>
                  <a:prstDash val="solid"/>
                  <a:bevel/>
                </a:ln>
                <a:noFill/>
                <a:latin typeface="Calibri" panose="020F0502020204030204" pitchFamily="34" charset="0"/>
                <a:cs typeface="Times New Roman" panose="02020603050405020304" pitchFamily="18" charset="0"/>
              </a:rPr>
              <a:t>Grooveshark</a:t>
            </a:r>
            <a:endParaRPr lang="zh-TW" altLang="en-US" sz="60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2553628" y="3112293"/>
            <a:ext cx="7225990" cy="101566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6000" dirty="0" smtClean="0">
                <a:ln w="19050">
                  <a:solidFill>
                    <a:srgbClr val="000000"/>
                  </a:solidFill>
                </a:ln>
                <a:effectLst>
                  <a:innerShdw blurRad="63500" dist="50800" dir="5400000">
                    <a:schemeClr val="bg1">
                      <a:alpha val="50000"/>
                    </a:schemeClr>
                  </a:innerShdw>
                </a:effectLst>
              </a:rPr>
              <a:t>You</a:t>
            </a:r>
            <a:r>
              <a:rPr lang="en-US" altLang="zh-TW" sz="6000" dirty="0" smtClean="0">
                <a:ln w="19050">
                  <a:solidFill>
                    <a:srgbClr val="000000"/>
                  </a:solidFill>
                </a:ln>
                <a:noFill/>
                <a:effectLst>
                  <a:innerShdw blurRad="63500" dist="50800" dir="5400000">
                    <a:schemeClr val="bg1">
                      <a:alpha val="50000"/>
                    </a:schemeClr>
                  </a:innerShdw>
                </a:effectLst>
              </a:rPr>
              <a:t> </a:t>
            </a:r>
            <a:r>
              <a:rPr lang="en-US" altLang="zh-TW" sz="6000" dirty="0" smtClean="0">
                <a:ln w="19050">
                  <a:solidFill>
                    <a:srgbClr val="C00000"/>
                  </a:solidFill>
                </a:ln>
                <a:solidFill>
                  <a:srgbClr val="C00000"/>
                </a:solidFill>
                <a:effectLst>
                  <a:innerShdw blurRad="63500" dist="50800" dir="5400000">
                    <a:schemeClr val="bg1">
                      <a:alpha val="50000"/>
                    </a:schemeClr>
                  </a:innerShdw>
                </a:effectLst>
              </a:rPr>
              <a:t>tube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2665141" y="5483395"/>
            <a:ext cx="7225990" cy="1015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6000" dirty="0">
                <a:ln w="19050">
                  <a:solidFill>
                    <a:srgbClr val="000000"/>
                  </a:solidFill>
                </a:ln>
                <a:noFill/>
              </a:rPr>
              <a:t>You tube</a:t>
            </a:r>
            <a:endParaRPr lang="zh-TW" altLang="en-US" sz="6000" dirty="0">
              <a:ln w="19050">
                <a:solidFill>
                  <a:srgbClr val="000000"/>
                </a:solidFill>
              </a:ln>
              <a:noFill/>
              <a:effectLst>
                <a:glow rad="635000">
                  <a:srgbClr val="C00000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0862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6</Words>
  <Application>Microsoft Office PowerPoint</Application>
  <PresentationFormat>寬螢幕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Jhan</dc:creator>
  <cp:lastModifiedBy>Jhan</cp:lastModifiedBy>
  <cp:revision>13</cp:revision>
  <dcterms:created xsi:type="dcterms:W3CDTF">2014-06-05T05:49:38Z</dcterms:created>
  <dcterms:modified xsi:type="dcterms:W3CDTF">2014-06-05T17:21:24Z</dcterms:modified>
</cp:coreProperties>
</file>