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93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77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564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8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15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55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23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26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655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93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86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913E8-6611-46A7-B135-FBCB1B1511A3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EBD-B882-482D-A801-73E3C90C12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10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18" y="111967"/>
            <a:ext cx="8883909" cy="33337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05117" y="3670040"/>
            <a:ext cx="8883909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Jhan</dc:creator>
  <cp:lastModifiedBy>Jhan</cp:lastModifiedBy>
  <cp:revision>1</cp:revision>
  <dcterms:created xsi:type="dcterms:W3CDTF">2014-06-10T21:26:18Z</dcterms:created>
  <dcterms:modified xsi:type="dcterms:W3CDTF">2014-06-10T21:27:18Z</dcterms:modified>
</cp:coreProperties>
</file>