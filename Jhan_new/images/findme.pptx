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07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81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33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10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26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95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77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73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97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14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6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B10AE-C9B4-498D-9D7D-C2F34340BFA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31DA0-4B68-4DE5-8720-AAD4E90A0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0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1157010" y="637012"/>
            <a:ext cx="8566853" cy="1756446"/>
            <a:chOff x="1046855" y="324777"/>
            <a:chExt cx="7216017" cy="1756446"/>
          </a:xfrm>
          <a:noFill/>
        </p:grpSpPr>
        <p:sp>
          <p:nvSpPr>
            <p:cNvPr id="4" name="文字方塊 3"/>
            <p:cNvSpPr txBox="1"/>
            <p:nvPr/>
          </p:nvSpPr>
          <p:spPr>
            <a:xfrm>
              <a:off x="1046855" y="840975"/>
              <a:ext cx="5002133" cy="116955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sz="7000" dirty="0" smtClean="0">
                  <a:solidFill>
                    <a:srgbClr val="7030A0"/>
                  </a:solidFill>
                  <a:effectLst>
                    <a:glow rad="2286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How to find me</a:t>
              </a:r>
              <a:endParaRPr lang="zh-TW" altLang="en-US" sz="7000" dirty="0">
                <a:solidFill>
                  <a:srgbClr val="7030A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7" name="群組 6"/>
            <p:cNvGrpSpPr/>
            <p:nvPr/>
          </p:nvGrpSpPr>
          <p:grpSpPr>
            <a:xfrm rot="20835643">
              <a:off x="5889806" y="324777"/>
              <a:ext cx="2373066" cy="1756446"/>
              <a:chOff x="6464395" y="183506"/>
              <a:chExt cx="2373066" cy="1756446"/>
            </a:xfrm>
            <a:grpFill/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3331">
                <a:off x="6464395" y="183506"/>
                <a:ext cx="1593595" cy="1610719"/>
              </a:xfrm>
              <a:prstGeom prst="rect">
                <a:avLst/>
              </a:prstGeom>
              <a:grpFill/>
              <a:effectLst>
                <a:softEdge rad="190500"/>
              </a:effectLst>
            </p:spPr>
          </p:pic>
          <p:sp>
            <p:nvSpPr>
              <p:cNvPr id="6" name="文字方塊 5"/>
              <p:cNvSpPr txBox="1"/>
              <p:nvPr/>
            </p:nvSpPr>
            <p:spPr>
              <a:xfrm>
                <a:off x="8090330" y="770401"/>
                <a:ext cx="747131" cy="116955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7000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?</a:t>
                </a:r>
                <a:endParaRPr lang="zh-TW" altLang="en-US" sz="70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endParaRPr>
              </a:p>
            </p:txBody>
          </p:sp>
        </p:grpSp>
      </p:grpSp>
      <p:grpSp>
        <p:nvGrpSpPr>
          <p:cNvPr id="10" name="群組 9"/>
          <p:cNvGrpSpPr/>
          <p:nvPr/>
        </p:nvGrpSpPr>
        <p:grpSpPr>
          <a:xfrm>
            <a:off x="1313723" y="3169860"/>
            <a:ext cx="8592331" cy="1998541"/>
            <a:chOff x="1046854" y="351810"/>
            <a:chExt cx="7068923" cy="1998541"/>
          </a:xfrm>
        </p:grpSpPr>
        <p:sp>
          <p:nvSpPr>
            <p:cNvPr id="11" name="文字方塊 10"/>
            <p:cNvSpPr txBox="1"/>
            <p:nvPr/>
          </p:nvSpPr>
          <p:spPr>
            <a:xfrm>
              <a:off x="1046854" y="840975"/>
              <a:ext cx="65560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7000" dirty="0" smtClean="0">
                  <a:solidFill>
                    <a:srgbClr val="7030A0"/>
                  </a:solidFill>
                  <a:effectLst>
                    <a:glow rad="228600">
                      <a:schemeClr val="accent5">
                        <a:satMod val="175000"/>
                        <a:alpha val="40000"/>
                      </a:schemeClr>
                    </a:glow>
                  </a:effectLst>
                </a:rPr>
                <a:t>How to find me</a:t>
              </a:r>
              <a:endParaRPr lang="zh-TW" altLang="en-US" sz="7000" dirty="0">
                <a:solidFill>
                  <a:srgbClr val="7030A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2" name="群組 11"/>
            <p:cNvGrpSpPr/>
            <p:nvPr/>
          </p:nvGrpSpPr>
          <p:grpSpPr>
            <a:xfrm rot="20835643">
              <a:off x="5815889" y="351810"/>
              <a:ext cx="2299888" cy="1998541"/>
              <a:chOff x="6360544" y="182526"/>
              <a:chExt cx="2299888" cy="1998541"/>
            </a:xfrm>
          </p:grpSpPr>
          <p:pic>
            <p:nvPicPr>
              <p:cNvPr id="13" name="圖片 1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766230">
                <a:off x="6360544" y="182526"/>
                <a:ext cx="1697453" cy="1610719"/>
              </a:xfrm>
              <a:prstGeom prst="rect">
                <a:avLst/>
              </a:prstGeom>
              <a:effectLst>
                <a:softEdge rad="190500"/>
              </a:effectLst>
            </p:spPr>
          </p:pic>
          <p:sp>
            <p:nvSpPr>
              <p:cNvPr id="14" name="文字方塊 13"/>
              <p:cNvSpPr txBox="1"/>
              <p:nvPr/>
            </p:nvSpPr>
            <p:spPr>
              <a:xfrm rot="1992720">
                <a:off x="7913301" y="1011516"/>
                <a:ext cx="747131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7000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?</a:t>
                </a:r>
                <a:endParaRPr lang="zh-TW" altLang="en-US" sz="70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882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 Unicode MS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Jhan</dc:creator>
  <cp:lastModifiedBy>Jhan</cp:lastModifiedBy>
  <cp:revision>5</cp:revision>
  <dcterms:created xsi:type="dcterms:W3CDTF">2014-06-09T19:05:05Z</dcterms:created>
  <dcterms:modified xsi:type="dcterms:W3CDTF">2014-06-09T20:03:00Z</dcterms:modified>
</cp:coreProperties>
</file>