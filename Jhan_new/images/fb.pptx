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44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16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91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99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59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48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08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46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08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19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24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90DAE-3BDE-4C18-84BD-0D3954940DB9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E1CF4-04F1-4C39-91DD-F882DF12DA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986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4" y="-903249"/>
            <a:ext cx="10444974" cy="411665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0224" y="3375102"/>
            <a:ext cx="10444974" cy="411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8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Jhan</dc:creator>
  <cp:lastModifiedBy>Jhan</cp:lastModifiedBy>
  <cp:revision>6</cp:revision>
  <dcterms:created xsi:type="dcterms:W3CDTF">2014-06-09T21:07:29Z</dcterms:created>
  <dcterms:modified xsi:type="dcterms:W3CDTF">2014-06-10T21:25:05Z</dcterms:modified>
</cp:coreProperties>
</file>