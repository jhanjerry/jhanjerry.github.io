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-396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ACB5-2A3A-449E-9504-513714387A88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22864-C4B0-41F8-904E-C9CD7A12A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141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ACB5-2A3A-449E-9504-513714387A88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22864-C4B0-41F8-904E-C9CD7A12A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753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ACB5-2A3A-449E-9504-513714387A88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22864-C4B0-41F8-904E-C9CD7A12A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1865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ACB5-2A3A-449E-9504-513714387A88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22864-C4B0-41F8-904E-C9CD7A12A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948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ACB5-2A3A-449E-9504-513714387A88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22864-C4B0-41F8-904E-C9CD7A12A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4780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ACB5-2A3A-449E-9504-513714387A88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22864-C4B0-41F8-904E-C9CD7A12A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5302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ACB5-2A3A-449E-9504-513714387A88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22864-C4B0-41F8-904E-C9CD7A12A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6720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ACB5-2A3A-449E-9504-513714387A88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22864-C4B0-41F8-904E-C9CD7A12A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6007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ACB5-2A3A-449E-9504-513714387A88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22864-C4B0-41F8-904E-C9CD7A12A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238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ACB5-2A3A-449E-9504-513714387A88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22864-C4B0-41F8-904E-C9CD7A12A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465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9ACB5-2A3A-449E-9504-513714387A88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22864-C4B0-41F8-904E-C9CD7A12A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9058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9ACB5-2A3A-449E-9504-513714387A88}" type="datetimeFigureOut">
              <a:rPr lang="zh-TW" altLang="en-US" smtClean="0"/>
              <a:t>2014/6/11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22864-C4B0-41F8-904E-C9CD7A12A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8313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/>
          <p:cNvGrpSpPr/>
          <p:nvPr/>
        </p:nvGrpSpPr>
        <p:grpSpPr>
          <a:xfrm>
            <a:off x="1850570" y="1197428"/>
            <a:ext cx="5377543" cy="1573555"/>
            <a:chOff x="1948542" y="1349828"/>
            <a:chExt cx="5377543" cy="1573555"/>
          </a:xfrm>
        </p:grpSpPr>
        <p:sp>
          <p:nvSpPr>
            <p:cNvPr id="4" name="文字方塊 3"/>
            <p:cNvSpPr txBox="1"/>
            <p:nvPr/>
          </p:nvSpPr>
          <p:spPr>
            <a:xfrm>
              <a:off x="3309256" y="1349828"/>
              <a:ext cx="4016829" cy="1573554"/>
            </a:xfrm>
            <a:prstGeom prst="rect">
              <a:avLst/>
            </a:prstGeom>
            <a:noFill/>
            <a:ln w="12700">
              <a:noFill/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txBody>
            <a:bodyPr vert="horz" wrap="square" rtlCol="0" anchor="t" anchorCtr="0">
              <a:noAutofit/>
            </a:bodyPr>
            <a:lstStyle/>
            <a:p>
              <a:r>
                <a:rPr lang="zh-TW" altLang="en-US" sz="5000" b="1" dirty="0" smtClean="0">
                  <a:ln>
                    <a:solidFill>
                      <a:schemeClr val="accent1"/>
                    </a:solidFill>
                  </a:ln>
                  <a:solidFill>
                    <a:schemeClr val="accent1"/>
                  </a:solidFill>
                  <a:effectLst>
                    <a:glow rad="2286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     歡迎光臨                          我的個人網站</a:t>
              </a:r>
              <a:endParaRPr lang="zh-TW" altLang="en-US" sz="5000" b="1" dirty="0"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9" name="圖片 8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aintStrokes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8542" y="1349829"/>
              <a:ext cx="1360713" cy="1573554"/>
            </a:xfrm>
            <a:prstGeom prst="rect">
              <a:avLst/>
            </a:prstGeom>
            <a:ln w="19050" cap="rnd">
              <a:solidFill>
                <a:schemeClr val="tx1"/>
              </a:solidFill>
              <a:round/>
            </a:ln>
            <a:effectLst>
              <a:softEdge rad="127000"/>
            </a:effectLst>
          </p:spPr>
        </p:pic>
      </p:grpSp>
      <p:grpSp>
        <p:nvGrpSpPr>
          <p:cNvPr id="11" name="群組 10"/>
          <p:cNvGrpSpPr/>
          <p:nvPr/>
        </p:nvGrpSpPr>
        <p:grpSpPr>
          <a:xfrm>
            <a:off x="1621966" y="4817085"/>
            <a:ext cx="5377543" cy="1573555"/>
            <a:chOff x="1948542" y="1349828"/>
            <a:chExt cx="5377543" cy="1573555"/>
          </a:xfrm>
        </p:grpSpPr>
        <p:sp>
          <p:nvSpPr>
            <p:cNvPr id="12" name="文字方塊 11"/>
            <p:cNvSpPr txBox="1"/>
            <p:nvPr/>
          </p:nvSpPr>
          <p:spPr>
            <a:xfrm>
              <a:off x="3309256" y="1349828"/>
              <a:ext cx="4016829" cy="1573554"/>
            </a:xfrm>
            <a:prstGeom prst="rect">
              <a:avLst/>
            </a:prstGeom>
            <a:noFill/>
            <a:ln w="12700">
              <a:noFill/>
            </a:ln>
            <a:effectLst>
              <a:glow rad="101600">
                <a:srgbClr val="FF0000">
                  <a:alpha val="40000"/>
                </a:srgbClr>
              </a:glow>
            </a:effectLst>
          </p:spPr>
          <p:txBody>
            <a:bodyPr vert="horz" wrap="square" rtlCol="0" anchor="t" anchorCtr="0">
              <a:noAutofit/>
            </a:bodyPr>
            <a:lstStyle/>
            <a:p>
              <a:r>
                <a:rPr lang="zh-TW" altLang="en-US" sz="5000" b="1" dirty="0" smtClean="0">
                  <a:ln w="15875">
                    <a:solidFill>
                      <a:schemeClr val="accent1"/>
                    </a:solidFill>
                  </a:ln>
                  <a:solidFill>
                    <a:schemeClr val="accent1"/>
                  </a:solidFill>
                  <a:effectLst>
                    <a:glow rad="2286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     </a:t>
              </a:r>
              <a:r>
                <a:rPr lang="zh-TW" altLang="en-US" sz="5000" b="1" dirty="0" smtClean="0">
                  <a:ln w="15875">
                    <a:solidFill>
                      <a:schemeClr val="accent1"/>
                    </a:solidFill>
                  </a:ln>
                  <a:solidFill>
                    <a:srgbClr val="C00000"/>
                  </a:solidFill>
                  <a:effectLst>
                    <a:glow rad="2286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歡迎光臨                          我的個人網站</a:t>
              </a:r>
              <a:endParaRPr lang="zh-TW" altLang="en-US" sz="5000" b="1" dirty="0">
                <a:ln w="15875">
                  <a:solidFill>
                    <a:schemeClr val="accent1"/>
                  </a:solidFill>
                </a:ln>
                <a:solidFill>
                  <a:srgbClr val="C000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3" name="圖片 12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aintStrokes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8542" y="1349829"/>
              <a:ext cx="1360713" cy="1573554"/>
            </a:xfrm>
            <a:prstGeom prst="rect">
              <a:avLst/>
            </a:prstGeom>
            <a:ln w="19050" cap="rnd">
              <a:solidFill>
                <a:schemeClr val="tx1"/>
              </a:solidFill>
              <a:round/>
            </a:ln>
            <a:effectLst>
              <a:softEdge rad="127000"/>
            </a:effectLst>
          </p:spPr>
        </p:pic>
      </p:grpSp>
      <p:grpSp>
        <p:nvGrpSpPr>
          <p:cNvPr id="14" name="群組 13"/>
          <p:cNvGrpSpPr/>
          <p:nvPr/>
        </p:nvGrpSpPr>
        <p:grpSpPr>
          <a:xfrm>
            <a:off x="1730823" y="3048728"/>
            <a:ext cx="5377543" cy="1573555"/>
            <a:chOff x="1948542" y="1349828"/>
            <a:chExt cx="5377543" cy="1573555"/>
          </a:xfrm>
        </p:grpSpPr>
        <p:sp>
          <p:nvSpPr>
            <p:cNvPr id="15" name="文字方塊 14"/>
            <p:cNvSpPr txBox="1"/>
            <p:nvPr/>
          </p:nvSpPr>
          <p:spPr>
            <a:xfrm>
              <a:off x="3309256" y="1349828"/>
              <a:ext cx="4016829" cy="1573554"/>
            </a:xfrm>
            <a:prstGeom prst="rect">
              <a:avLst/>
            </a:prstGeom>
            <a:noFill/>
            <a:ln w="12700">
              <a:noFill/>
            </a:ln>
            <a:effectLst>
              <a:glow rad="101600">
                <a:srgbClr val="FF0000">
                  <a:alpha val="40000"/>
                </a:srgbClr>
              </a:glow>
            </a:effectLst>
          </p:spPr>
          <p:txBody>
            <a:bodyPr vert="horz" wrap="square" rtlCol="0" anchor="t" anchorCtr="0">
              <a:noAutofit/>
            </a:bodyPr>
            <a:lstStyle/>
            <a:p>
              <a:r>
                <a:rPr lang="zh-TW" altLang="en-US" sz="5000" b="1" dirty="0" smtClean="0">
                  <a:ln w="15875">
                    <a:solidFill>
                      <a:schemeClr val="accent1"/>
                    </a:solidFill>
                  </a:ln>
                  <a:solidFill>
                    <a:schemeClr val="accent1"/>
                  </a:solidFill>
                  <a:effectLst>
                    <a:glow rad="2286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     </a:t>
              </a:r>
              <a:r>
                <a:rPr lang="zh-TW" altLang="en-US" sz="5000" b="1" dirty="0" smtClean="0">
                  <a:ln w="15875">
                    <a:solidFill>
                      <a:schemeClr val="accent1"/>
                    </a:solidFill>
                  </a:ln>
                  <a:solidFill>
                    <a:srgbClr val="00B050"/>
                  </a:solidFill>
                  <a:effectLst>
                    <a:glow rad="228600">
                      <a:schemeClr val="accent1">
                        <a:lumMod val="75000"/>
                        <a:alpha val="40000"/>
                      </a:schemeClr>
                    </a:glo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歡迎光臨                          我的個人網站</a:t>
              </a:r>
              <a:endParaRPr lang="zh-TW" altLang="en-US" sz="5000" b="1" dirty="0">
                <a:ln w="15875">
                  <a:solidFill>
                    <a:schemeClr val="accent1"/>
                  </a:solidFill>
                </a:ln>
                <a:solidFill>
                  <a:srgbClr val="00B050"/>
                </a:solidFill>
                <a:effectLst>
                  <a:glow rad="228600">
                    <a:schemeClr val="accent1">
                      <a:lumMod val="75000"/>
                      <a:alpha val="40000"/>
                    </a:scheme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6" name="圖片 15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aintStrokes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8542" y="1349829"/>
              <a:ext cx="1360713" cy="1573554"/>
            </a:xfrm>
            <a:prstGeom prst="rect">
              <a:avLst/>
            </a:prstGeom>
            <a:ln w="19050" cap="rnd">
              <a:solidFill>
                <a:schemeClr val="tx1"/>
              </a:solidFill>
              <a:round/>
            </a:ln>
            <a:effectLst>
              <a:softEdge rad="127000"/>
            </a:effectLst>
          </p:spPr>
        </p:pic>
      </p:grpSp>
      <p:grpSp>
        <p:nvGrpSpPr>
          <p:cNvPr id="17" name="群組 16"/>
          <p:cNvGrpSpPr/>
          <p:nvPr/>
        </p:nvGrpSpPr>
        <p:grpSpPr>
          <a:xfrm>
            <a:off x="7685309" y="1049903"/>
            <a:ext cx="5377543" cy="1573555"/>
            <a:chOff x="1948542" y="1349828"/>
            <a:chExt cx="5377543" cy="1573555"/>
          </a:xfrm>
        </p:grpSpPr>
        <p:sp>
          <p:nvSpPr>
            <p:cNvPr id="18" name="文字方塊 17"/>
            <p:cNvSpPr txBox="1"/>
            <p:nvPr/>
          </p:nvSpPr>
          <p:spPr>
            <a:xfrm>
              <a:off x="3309256" y="1349828"/>
              <a:ext cx="4016829" cy="1573554"/>
            </a:xfrm>
            <a:prstGeom prst="rect">
              <a:avLst/>
            </a:prstGeom>
            <a:noFill/>
            <a:ln w="12700">
              <a:noFill/>
            </a:ln>
            <a:effectLst>
              <a:glow rad="101600">
                <a:srgbClr val="FF0000">
                  <a:alpha val="40000"/>
                </a:srgbClr>
              </a:glow>
            </a:effectLst>
          </p:spPr>
          <p:txBody>
            <a:bodyPr vert="horz" wrap="square" rtlCol="0" anchor="t" anchorCtr="0">
              <a:noAutofit/>
            </a:bodyPr>
            <a:lstStyle/>
            <a:p>
              <a:r>
                <a:rPr lang="zh-TW" altLang="en-US" sz="5000" b="1" dirty="0" smtClean="0">
                  <a:ln w="15875">
                    <a:solidFill>
                      <a:schemeClr val="accent1"/>
                    </a:solidFill>
                  </a:ln>
                  <a:solidFill>
                    <a:schemeClr val="accent1"/>
                  </a:solidFill>
                  <a:effectLst>
                    <a:glow rad="2286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     </a:t>
              </a:r>
              <a:r>
                <a:rPr lang="zh-TW" altLang="en-US" sz="5000" b="1" dirty="0" smtClean="0">
                  <a:ln w="15875">
                    <a:solidFill>
                      <a:schemeClr val="bg1"/>
                    </a:solidFill>
                  </a:ln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glow rad="228600">
                      <a:srgbClr val="00B0F0">
                        <a:alpha val="40000"/>
                      </a:srgbClr>
                    </a:glo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歡迎光臨                          我的個人網站</a:t>
              </a:r>
              <a:endParaRPr lang="zh-TW" altLang="en-US" sz="5000" b="1" dirty="0">
                <a:ln w="15875">
                  <a:solidFill>
                    <a:schemeClr val="bg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glow rad="228600">
                    <a:srgbClr val="00B0F0">
                      <a:alpha val="40000"/>
                    </a:srgb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9" name="圖片 18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aintStrokes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8542" y="1349829"/>
              <a:ext cx="1360713" cy="1573554"/>
            </a:xfrm>
            <a:prstGeom prst="rect">
              <a:avLst/>
            </a:prstGeom>
            <a:ln w="19050" cap="rnd">
              <a:solidFill>
                <a:schemeClr val="tx1"/>
              </a:solidFill>
              <a:round/>
            </a:ln>
            <a:effectLst>
              <a:softEdge rad="127000"/>
            </a:effectLst>
          </p:spPr>
        </p:pic>
      </p:grpSp>
      <p:grpSp>
        <p:nvGrpSpPr>
          <p:cNvPr id="20" name="群組 19"/>
          <p:cNvGrpSpPr/>
          <p:nvPr/>
        </p:nvGrpSpPr>
        <p:grpSpPr>
          <a:xfrm>
            <a:off x="6999509" y="2821267"/>
            <a:ext cx="5377543" cy="1573555"/>
            <a:chOff x="1948542" y="1349828"/>
            <a:chExt cx="5377543" cy="1573555"/>
          </a:xfrm>
        </p:grpSpPr>
        <p:sp>
          <p:nvSpPr>
            <p:cNvPr id="21" name="文字方塊 20"/>
            <p:cNvSpPr txBox="1"/>
            <p:nvPr/>
          </p:nvSpPr>
          <p:spPr>
            <a:xfrm>
              <a:off x="3309256" y="1349828"/>
              <a:ext cx="4016829" cy="1573554"/>
            </a:xfrm>
            <a:prstGeom prst="rect">
              <a:avLst/>
            </a:prstGeom>
            <a:noFill/>
            <a:ln w="12700">
              <a:noFill/>
            </a:ln>
            <a:effectLst>
              <a:glow rad="101600">
                <a:srgbClr val="FF0000">
                  <a:alpha val="40000"/>
                </a:srgbClr>
              </a:glow>
            </a:effectLst>
          </p:spPr>
          <p:txBody>
            <a:bodyPr vert="horz" wrap="square" rtlCol="0" anchor="t" anchorCtr="0">
              <a:noAutofit/>
            </a:bodyPr>
            <a:lstStyle/>
            <a:p>
              <a:r>
                <a:rPr lang="zh-TW" altLang="en-US" sz="5000" b="1" dirty="0" smtClean="0">
                  <a:ln w="15875">
                    <a:solidFill>
                      <a:schemeClr val="accent1"/>
                    </a:solidFill>
                  </a:ln>
                  <a:effectLst>
                    <a:glow rad="228600">
                      <a:srgbClr val="7030A0">
                        <a:alpha val="40000"/>
                      </a:srgbClr>
                    </a:glo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      </a:t>
              </a:r>
              <a:r>
                <a:rPr lang="zh-TW" altLang="en-US" sz="5000" b="1" dirty="0" smtClean="0">
                  <a:ln w="15875">
                    <a:solidFill>
                      <a:schemeClr val="bg1"/>
                    </a:solidFill>
                  </a:ln>
                  <a:effectLst>
                    <a:glow rad="228600">
                      <a:srgbClr val="7030A0">
                        <a:alpha val="40000"/>
                      </a:srgbClr>
                    </a:glo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歡迎光臨                          我的個人網站</a:t>
              </a:r>
              <a:endParaRPr lang="zh-TW" altLang="en-US" sz="5000" b="1" dirty="0">
                <a:ln w="15875">
                  <a:solidFill>
                    <a:schemeClr val="bg1"/>
                  </a:solidFill>
                </a:ln>
                <a:effectLst>
                  <a:glow rad="228600">
                    <a:srgbClr val="7030A0">
                      <a:alpha val="40000"/>
                    </a:srgbClr>
                  </a:glo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22" name="圖片 21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aintStrokes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8542" y="1349829"/>
              <a:ext cx="1360713" cy="1573554"/>
            </a:xfrm>
            <a:prstGeom prst="rect">
              <a:avLst/>
            </a:prstGeom>
            <a:ln w="19050" cap="rnd">
              <a:solidFill>
                <a:schemeClr val="tx1"/>
              </a:solidFill>
              <a:round/>
            </a:ln>
            <a:effectLst>
              <a:softEdge rad="127000"/>
            </a:effectLst>
          </p:spPr>
        </p:pic>
      </p:grpSp>
    </p:spTree>
    <p:extLst>
      <p:ext uri="{BB962C8B-B14F-4D97-AF65-F5344CB8AC3E}">
        <p14:creationId xmlns:p14="http://schemas.microsoft.com/office/powerpoint/2010/main" val="2693769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30</Words>
  <Application>Microsoft Office PowerPoint</Application>
  <PresentationFormat>寬螢幕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微軟正黑體</vt:lpstr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Jhan</dc:creator>
  <cp:lastModifiedBy>Jhan</cp:lastModifiedBy>
  <cp:revision>7</cp:revision>
  <dcterms:created xsi:type="dcterms:W3CDTF">2014-06-10T22:34:47Z</dcterms:created>
  <dcterms:modified xsi:type="dcterms:W3CDTF">2014-06-10T23:36:55Z</dcterms:modified>
</cp:coreProperties>
</file>